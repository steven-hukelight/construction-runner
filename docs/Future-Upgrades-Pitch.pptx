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05840" cy="5608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377440"/>
            <a:ext cx="10972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Future upgrades</a:t>
            </a:r>
          </a:p>
          <a:p>
            <a:r>
              <a:rPr sz="2200" b="0">
                <a:solidFill>
                  <a:srgbClr val="93C5FD"/>
                </a:solidFill>
                <a:latin typeface="Calibri"/>
              </a:rPr>
              <a:t>From digital paperwork to a site that speaks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Construction Runner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Future upgrades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Where we are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Phone sign-in that knows when someone is on site — and signs them out when they leave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Inductions, RAMS and briefing sign-off, near-miss reporting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Tasks, deliveries, assets, messaging and subcontractor onboarding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A web dashboard for the office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THE POINT</a:t>
            </a:r>
          </a:p>
          <a:p>
            <a:r>
              <a:rPr sz="1700" b="0">
                <a:solidFill>
                  <a:srgbClr val="1E293B"/>
                </a:solidFill>
                <a:latin typeface="Calibri"/>
              </a:rPr>
              <a:t>That puts us level with the main UK competitors. The upgrades are about moving ahead of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Future upgrades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We already know three things paperwork apps don't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2563EB"/>
                </a:solidFill>
                <a:latin typeface="Calibri"/>
              </a:rPr>
              <a:t>Where people are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Calibri"/>
              </a:rPr>
              <a:t>Live site sign-in and sign-out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2563EB"/>
                </a:solidFill>
                <a:latin typeface="Calibri"/>
              </a:rPr>
              <a:t>What they're qualified for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Calibri"/>
              </a:rPr>
              <a:t>Cards and certificates with expiry 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2563EB"/>
                </a:solidFill>
                <a:latin typeface="Calibri"/>
              </a:rPr>
              <a:t>What they've read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Calibri"/>
              </a:rPr>
              <a:t>Inductions, RAMS and briefings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4632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SO WHAT</a:t>
            </a:r>
          </a:p>
          <a:p>
            <a:r>
              <a:rPr sz="1700" b="0">
                <a:solidFill>
                  <a:srgbClr val="1E293B"/>
                </a:solidFill>
                <a:latin typeface="Calibri"/>
              </a:rPr>
              <a:t>Every upgrade plugs into these three — so the app doesn't just store records, it notices when something is wrong and tells someone.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Future upgrades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Upgrade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Prove workers understood, not just 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After reading a RAMS or toolbox talk, the worker answers 3 quick questions from that exact document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Different questions each time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A bad question is pulled automatically if too many people get it wrong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WHY IT MATTERS</a:t>
            </a:r>
          </a:p>
          <a:p>
            <a:r>
              <a:rPr sz="1700" b="0">
                <a:solidFill>
                  <a:srgbClr val="1E293B"/>
                </a:solidFill>
                <a:latin typeface="Calibri"/>
              </a:rPr>
              <a:t>A signature proves someone tapped "I agree". This proves they understood — stronger evidence for clients, insurers and the HSE. No UK competitor combines this with live site sign-in.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Future upgrades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Upgrade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Permits that know where, who and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Qualified only: </a:t>
            </a:r>
            <a:r>
              <a:rPr sz="1900" b="0">
                <a:solidFill>
                  <a:srgbClr val="1E293B"/>
                </a:solidFill>
                <a:latin typeface="Calibri"/>
              </a:rPr>
              <a:t>only people with valid qualifications can be added to a permit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Issuer leaves, permit pauses: </a:t>
            </a:r>
            <a:r>
              <a:rPr sz="1900" b="0">
                <a:solidFill>
                  <a:srgbClr val="1E293B"/>
                </a:solidFill>
                <a:latin typeface="Calibri"/>
              </a:rPr>
              <a:t>suspended automatically if the issuer leaves site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Site map: </a:t>
            </a:r>
            <a:r>
              <a:rPr sz="1900" b="0">
                <a:solidFill>
                  <a:srgbClr val="1E293B"/>
                </a:solidFill>
                <a:latin typeface="Calibri"/>
              </a:rPr>
              <a:t>permits drawn on a map, with warnings when two clash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Fire watch: </a:t>
            </a:r>
            <a:r>
              <a:rPr sz="1900" b="0">
                <a:solidFill>
                  <a:srgbClr val="1E293B"/>
                </a:solidFill>
                <a:latin typeface="Calibri"/>
              </a:rPr>
              <a:t>countdown after hot works, with reminders and a closing photo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WHY IT MATTERS</a:t>
            </a:r>
          </a:p>
          <a:p>
            <a:r>
              <a:rPr sz="1700" b="0">
                <a:solidFill>
                  <a:srgbClr val="1E293B"/>
                </a:solidFill>
                <a:latin typeface="Calibri"/>
              </a:rPr>
              <a:t>Other permit apps are a form with signatures. Ours checks the people, the place and the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Future upgrades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Upgrade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Visitors with no iPad and no blind spots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QR poster at the gate: </a:t>
            </a:r>
            <a:r>
              <a:rPr sz="1900" b="0">
                <a:solidFill>
                  <a:srgbClr val="1E293B"/>
                </a:solidFill>
                <a:latin typeface="Calibri"/>
              </a:rPr>
              <a:t>visitors sign in on their own phone — no kiosk to buy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Linked to a host: </a:t>
            </a:r>
            <a:r>
              <a:rPr sz="1900" b="0">
                <a:solidFill>
                  <a:srgbClr val="1E293B"/>
                </a:solidFill>
                <a:latin typeface="Calibri"/>
              </a:rPr>
              <a:t>if the host leaves, they're reminded their visitor is still on site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Fire roll-call: </a:t>
            </a:r>
            <a:r>
              <a:rPr sz="1900" b="0">
                <a:solidFill>
                  <a:srgbClr val="1E293B"/>
                </a:solidFill>
                <a:latin typeface="Calibri"/>
              </a:rPr>
              <a:t>visitors listed alongside workers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Deliveries: </a:t>
            </a:r>
            <a:r>
              <a:rPr sz="1900" b="0">
                <a:solidFill>
                  <a:srgbClr val="1E293B"/>
                </a:solidFill>
                <a:latin typeface="Calibri"/>
              </a:rPr>
              <a:t>drivers matched to their booked slot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Future upgrades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Upgrade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CSCS cards that stay checked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Scan once: </a:t>
            </a:r>
            <a:r>
              <a:rPr sz="1900" b="0">
                <a:solidFill>
                  <a:srgbClr val="1E293B"/>
                </a:solidFill>
                <a:latin typeface="Calibri"/>
              </a:rPr>
              <a:t>the app tracks expiry and reminds the worker before it lapses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Right person, right job: </a:t>
            </a:r>
            <a:r>
              <a:rPr sz="1900" b="0">
                <a:solidFill>
                  <a:srgbClr val="1E293B"/>
                </a:solidFill>
                <a:latin typeface="Calibri"/>
              </a:rPr>
              <a:t>shows who is on site today without the qualifications their job needs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1">
                <a:solidFill>
                  <a:srgbClr val="1E293B"/>
                </a:solidFill>
                <a:latin typeface="Calibri"/>
              </a:rPr>
              <a:t>Spot problems: </a:t>
            </a:r>
            <a:r>
              <a:rPr sz="1900" b="0">
                <a:solidFill>
                  <a:srgbClr val="1E293B"/>
                </a:solidFill>
                <a:latin typeface="Calibri"/>
              </a:rPr>
              <a:t>flags the same card on two people, or an expired card presented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WHY IT MATTERS</a:t>
            </a:r>
          </a:p>
          <a:p>
            <a:r>
              <a:rPr sz="1700" b="0">
                <a:solidFill>
                  <a:srgbClr val="1E293B"/>
                </a:solidFill>
                <a:latin typeface="Calibri"/>
              </a:rPr>
              <a:t>Other apps check a card once at the gate. Ours keeps checking it against the work being done.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Future upgrades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Calibri"/>
              </a:rPr>
              <a:t>Upgrade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Works with no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Finish offline sign-in and sign-out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Workers on poor-signal sites are still recorded accurately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•  </a:t>
            </a:r>
            <a:r>
              <a:rPr sz="1900" b="0">
                <a:solidFill>
                  <a:srgbClr val="1E293B"/>
                </a:solidFill>
                <a:latin typeface="Calibri"/>
              </a:rPr>
              <a:t>Everything syncs automatically when they reconnect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Construction Runner  ·  Future upgrades  ·  www.construction-runner.com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Suggested order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556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120640"/>
                <a:gridCol w="5029200"/>
              </a:tblGrid>
              <a:tr h="548639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Upgrade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Why this order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Offline sign-in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Reliability of what customers already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CSCS cards that stay checked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Quick win; permits depend on 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Understanding checks on RAMS &amp; briefings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Our headline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Visitor QR sign-in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High demand from buyers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Smart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Builds on steps 2 and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3C5FD"/>
                </a:solidFill>
                <a:latin typeface="Calibri"/>
              </a:rPr>
              <a:t>IN ONE LINE</a:t>
            </a:r>
          </a:p>
          <a:p>
            <a:pPr>
              <a:spcBef>
                <a:spcPts val="1200"/>
              </a:spcBef>
            </a:pPr>
            <a:r>
              <a:rPr sz="3400" b="1">
                <a:solidFill>
                  <a:srgbClr val="FFFFFF"/>
                </a:solidFill>
                <a:latin typeface="Calibri"/>
              </a:rPr>
              <a:t>Construction Runner already runs the site.</a:t>
            </a:r>
          </a:p>
          <a:p>
            <a:pPr>
              <a:spcBef>
                <a:spcPts val="800"/>
              </a:spcBef>
            </a:pPr>
            <a:r>
              <a:rPr sz="2600" b="0">
                <a:solidFill>
                  <a:srgbClr val="93C5FD"/>
                </a:solidFill>
                <a:latin typeface="Calibri"/>
              </a:rPr>
              <a:t>Next, it proves the right people are in the right place, qualified and briefed — and speaks up when they're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