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1005840" cy="5608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377440"/>
            <a:ext cx="109728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Your Construction Runner app</a:t>
            </a:r>
          </a:p>
          <a:p>
            <a:r>
              <a:rPr sz="1800" b="0">
                <a:solidFill>
                  <a:srgbClr val="93C5FD"/>
                </a:solidFill>
                <a:latin typeface="Calibri"/>
              </a:rPr>
              <a:t>A simple guide for operatives and anyone who uses the phone on 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Calibri"/>
              </a:rPr>
              <a:t>iPhone &amp; Android  ·  Version 1.0  ·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App guide for operatives  ·  info@construction-runner.com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Calibri"/>
              </a:rPr>
              <a:t>This guide is for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You work on site — this is the app you use every day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You do not log in on the website. Use Construction Runner on your phone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Sign in when you arrive, complete induction, read RAMS and briefings, do your tasks, sign out when you leave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Ask your supervisor if something is waiting for approval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App guide for operatives  ·  info@construction-runner.com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Calibri"/>
              </a:rPr>
              <a:t>First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1. Install Construction Runner from the App Store or Google Play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2. Sign in, or Register with the company invite code — then wait for approval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3. Set Location to Always (iPhone) or Allow all the time (Android)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4. Profile → My Inductions → complete induction for your site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5. Profile → My Info → add an emergency contact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App guide for operatives  ·  info@construction-runner.com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Calibri"/>
              </a:rPr>
              <a:t>Every day on 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1. Home → Check In / Out → pick your site → stand inside the boundary → Sign In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2. Open Safety — Sign &amp; acknowledge any new briefings or RAMS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3. Do your Tasks. Use Deliveries, Assets or Messages if you need them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4. When you leave: tap Sign Out, or walk out of the site fence (auto sign-out)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App guide for operatives  ·  info@construction-runner.com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Calibri"/>
              </a:rPr>
              <a:t>Sign in to the app</a:t>
            </a:r>
          </a:p>
        </p:txBody>
      </p:sp>
      <p:pic>
        <p:nvPicPr>
          <p:cNvPr id="6" name="Picture 5" descr="20-app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11430000" cy="71437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App guide for operatives  ·  info@construction-runner.com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Calibri"/>
              </a:rPr>
              <a:t>Location must be Always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Used only to detect the site boundary — not to track you around town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iPhone: Allow While Using, then Change to Always Allow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Android: Permissions → Location → Allow all the time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While Using or Allow Once cannot sign you out after you leave — Sign In stays locked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If asked, tap Continue, then Open Settings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App guide for operatives  ·  info@construction-runner.com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Calibri"/>
              </a:rPr>
              <a:t>Always location</a:t>
            </a:r>
          </a:p>
        </p:txBody>
      </p:sp>
      <p:pic>
        <p:nvPicPr>
          <p:cNvPr id="6" name="Picture 5" descr="21-app-lo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11430000" cy="71437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App guide for operatives  ·  info@construction-runner.com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Calibri"/>
              </a:rPr>
              <a:t>Home</a:t>
            </a:r>
          </a:p>
        </p:txBody>
      </p:sp>
      <p:pic>
        <p:nvPicPr>
          <p:cNvPr id="6" name="Picture 5" descr="11-mobile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11430000" cy="71437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App guide for operatives  ·  info@construction-runner.com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Calibri"/>
              </a:rPr>
              <a:t>Check In when you arrive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Home → Check In / Out → Select site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Wait for Inside Site Boundary — you cannot check in from outside the fence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Complete Site induction if asked, then Complete induction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Accept RAMS if asked (Accept &amp; Sign In)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Tap Sign 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App guide for operatives  ·  info@construction-runner.com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Calibri"/>
              </a:rPr>
              <a:t>Check In / Out</a:t>
            </a:r>
          </a:p>
        </p:txBody>
      </p:sp>
      <p:pic>
        <p:nvPicPr>
          <p:cNvPr id="6" name="Picture 5" descr="12-mobile-check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11430000" cy="71437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App guide for operatives  ·  info@construction-runner.com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Calibri"/>
              </a:rPr>
              <a:t>Sign out when you leave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Open Check In / Out and tap Sign Out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Or walk out of the geofence — You left the site — signed out automatically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No signal? Sign Out can wait and sync later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Do not stay signed in overnight if you have left site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Day off? Mark as absent → Lock this day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App guide for operatives  ·  info@construction-runner.com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Calibri"/>
              </a:rPr>
              <a:t>Induction for each 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Profile → My Inductions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Not Started → Start Induction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Completed lasts 365 days — Expired means do it again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Read site safety, acknowledge RAMS, confirm site rules, Complete induction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If the site requires induction, you cannot finish Sign In until this is done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App guide for operatives  ·  info@construction-runner.com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Calibri"/>
              </a:rPr>
              <a:t>My Inductions</a:t>
            </a:r>
          </a:p>
        </p:txBody>
      </p:sp>
      <p:pic>
        <p:nvPicPr>
          <p:cNvPr id="6" name="Picture 5" descr="13-indu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11430000" cy="71437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App guide for operatives  ·  info@construction-runner.com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Calibri"/>
              </a:rPr>
              <a:t>Safety tab</a:t>
            </a:r>
          </a:p>
        </p:txBody>
      </p:sp>
      <p:pic>
        <p:nvPicPr>
          <p:cNvPr id="6" name="Picture 5" descr="22-app-safe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11430000" cy="71437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App guide for operatives  ·  info@construction-runner.com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Calibri"/>
              </a:rPr>
              <a:t>Sign &amp; acknowledge</a:t>
            </a:r>
          </a:p>
        </p:txBody>
      </p:sp>
      <p:pic>
        <p:nvPicPr>
          <p:cNvPr id="6" name="Picture 5" descr="23-app-brief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11430000" cy="71437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App guide for operatives  ·  info@construction-runner.com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Calibri"/>
              </a:rPr>
              <a:t>Near miss</a:t>
            </a:r>
          </a:p>
        </p:txBody>
      </p:sp>
      <p:pic>
        <p:nvPicPr>
          <p:cNvPr id="6" name="Picture 5" descr="24-app-nearmi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11430000" cy="71437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App guide for operatives  ·  info@construction-runner.com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Calibri"/>
              </a:rPr>
              <a:t>Tasks and the other tabs</a:t>
            </a:r>
          </a:p>
        </p:txBody>
      </p:sp>
      <p:pic>
        <p:nvPicPr>
          <p:cNvPr id="6" name="Picture 5" descr="26-app-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11430000" cy="71437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App guide for operatives  ·  info@construction-runner.com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Calibri"/>
              </a:rPr>
              <a:t>Profile</a:t>
            </a:r>
          </a:p>
        </p:txBody>
      </p:sp>
      <p:pic>
        <p:nvPicPr>
          <p:cNvPr id="6" name="Picture 5" descr="25-app-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11430000" cy="71437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App guide for operatives  ·  info@construction-runner.com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Calibri"/>
              </a:rPr>
              <a:t>If it is not working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Cannot sign in after register — wait for your supervisor to approve you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Sign In locked / needs Always — set Location to Always, then come back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Outside Site Boundary — walk onto the site and refresh location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Asked for induction — Profile → My Inductions → Start Induction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Did not auto sign out — Location is still While Using; Sign Out manually this time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Forgot password — Forgot Password? on the sign-in screen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Help: your supervisor, or info@construction-runner.com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