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05840" cy="560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Construction Runner</a:t>
            </a:r>
          </a:p>
          <a:p>
            <a:r>
              <a:rPr sz="3200" b="0">
                <a:solidFill>
                  <a:srgbClr val="93C5FD"/>
                </a:solidFill>
                <a:latin typeface="Calibri"/>
              </a:rPr>
              <a:t>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Web admin and mobile app  ·  Version 1.1  ·  September 2026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www.construction-runner.com   ·   info@construction-runner.com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What this guide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How people join, sign in and reset a password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Roles: Super Admin, Site Admin, Supervisor, Operative, Subcontractor admin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Sites as folders — documents and tasks stay on the site you pick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Users, pending approvals, and ticking multiple sites for admins &amp; supervisors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Attendance on web and GPS check-in on the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Safety: RAMS, briefings, induction safety, site rules, alerts, near miss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Missing Info, induction (365-day expiry), and the Construction Runner mobile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Two products, one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Web admin — www.construction-runner.com → Member Login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For Super Admins, Site Admins, Supervisors and Subcontractor admins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Mobile app — Construction Runner on iPhone and Android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Operatives use the app only (web login is not available for operatives)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Same account: email, password, then admin approval before first sign-in</a:t>
            </a:r>
          </a:p>
        </p:txBody>
      </p:sp>
      <p:pic>
        <p:nvPicPr>
          <p:cNvPr id="7" name="Picture 6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Website and contact</a:t>
            </a:r>
          </a:p>
        </p:txBody>
      </p:sp>
      <p:pic>
        <p:nvPicPr>
          <p:cNvPr id="6" name="Picture 5" descr="05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7029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Roles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Super Admin — whole company, create sites, grant any role including Super Admin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 Admin — only ticked sites; cannot create sites or grant Super Admin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Supervisor — same site ticks; live attendance, tasks, safety; app Supervisor Tools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Operative — app: geofence sign-in, induction, RAMS, tasks, near miss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Subcontractor admin — onboard their operatives on linked sites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 Admins and Supervisors can work on more than one site — tick every site they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Sign in to the web admin</a:t>
            </a:r>
          </a:p>
        </p:txBody>
      </p:sp>
      <p:pic>
        <p:nvPicPr>
          <p:cNvPr id="6" name="Picture 5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702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Create an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Join with invite code — code from Settings → Company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Or Request new company — pending superuser approval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After submit: “Account request submitted. Pending approval.”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They cannot use web or app until someone approves them</a:t>
            </a:r>
          </a:p>
        </p:txBody>
      </p:sp>
      <p:pic>
        <p:nvPicPr>
          <p:cNvPr id="7" name="Picture 6" descr="03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Forgot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Sign in → Forgot password? → enter email → Send reset link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Open the email, set a new password, sign 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Super Admins can also Users → Send reset email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If the link has expired, request a new one</a:t>
            </a:r>
          </a:p>
        </p:txBody>
      </p:sp>
      <p:pic>
        <p:nvPicPr>
          <p:cNvPr id="7" name="Picture 6" descr="04-forgo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Sites — one folder per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Super Admin: Add New Site — name, map, geofence radius, show on mobile map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Tick Induction required if people must induct before Sign 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 Admin / Supervisor: assigned sites only — no Add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Open a site for Details, Subcontractors and Induction tabs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RAMS, briefings, tasks, alerts and rules stay on the site you selected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Sites</a:t>
            </a:r>
          </a:p>
        </p:txBody>
      </p:sp>
      <p:pic>
        <p:nvPicPr>
          <p:cNvPr id="6" name="Picture 5" descr="06-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Pending approvals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Until approved, the person cannot sign in on web or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Assign role: Operative, Supervisor, Site Admin, Super Admin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Only a Super Admin can grant Super Admin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Supervisor and Site Admin: tick all sites they can access — at least one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Approve or Reject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Pending approvals</a:t>
            </a:r>
          </a:p>
        </p:txBody>
      </p:sp>
      <p:pic>
        <p:nvPicPr>
          <p:cNvPr id="6" name="Picture 5" descr="08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Assign sites — admins and supervisors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Users → row menu → Assign sites…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Same picker for Site Admin and Supervisor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Tick every site they work on — they may cross over sites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Select all / Clear, then Save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Invite User shows the same ticks when the role needs sites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Assign sites</a:t>
            </a:r>
          </a:p>
        </p:txBody>
      </p:sp>
      <p:pic>
        <p:nvPicPr>
          <p:cNvPr id="6" name="Picture 5" descr="07-assign-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Attendance (web)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Live — who is signed in; archives at midnight UK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Role Call — fire roll; Signed in / Signed out; Export CSV or PDF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Record attendance — optional manual web sign-in/out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GPS check-in on the app is the source of truth on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Auto sign-out can show as geofence exit or left site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Attendance</a:t>
            </a:r>
          </a:p>
        </p:txBody>
      </p:sp>
      <p:pic>
        <p:nvPicPr>
          <p:cNvPr id="6" name="Picture 5" descr="09-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Day-to-day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Tasks — Add Task: title, people, required Site, due date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Deliveries — reference, supplier, site, scheduled time; photos on the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Assets — equipment, assign, inspections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Messages — only threads you are in; New → pick people (optional company broadcast)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Always choose the correct site before you save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RAMS — upload PDF for one site; operatives acknowledge on the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Briefings — toolbox talks; Sign &amp; acknowledge; download reports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Induction safety — company pack shown during induction (not Site Rules)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COSHH — substances, symbols, PPE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 Rules — PPE, emergency procedures, conduct — per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Alerts — Info / Warning / Critical +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Near Miss — from the app; Mark reviewed; badge on Safety until cleared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RAMS</a:t>
            </a:r>
          </a:p>
        </p:txBody>
      </p:sp>
      <p:pic>
        <p:nvPicPr>
          <p:cNvPr id="6" name="Picture 5" descr="10-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Induction and Missing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Per site. Expires 365 days after completion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Missing Info — people missing emergency contact or medical details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Induction steps: Induction safety pack → RAMS → site rules → Complete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Site → Induction tab: mark complete or reset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App: Profile → My Inductions → Start Induction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If induction is required, Check In will not finish until it is completed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My Inductions</a:t>
            </a:r>
          </a:p>
        </p:txBody>
      </p:sp>
      <p:pic>
        <p:nvPicPr>
          <p:cNvPr id="6" name="Picture 5" descr="13-ind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Mobile app — Home</a:t>
            </a:r>
          </a:p>
        </p:txBody>
      </p:sp>
      <p:pic>
        <p:nvPicPr>
          <p:cNvPr id="6" name="Picture 5" descr="11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Check In /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Home → Check In / Out → Select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Wait for Inside Site Boundary, then Sign 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Complete induction and Accept &amp; Sign In if asked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Sign Out, or leave the geofence for automatic sign-out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iPhone: Location = Always    Android: Allow all the time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While Using / Allow Once will not sign you out after you leave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Check In / Out</a:t>
            </a:r>
          </a:p>
        </p:txBody>
      </p:sp>
      <p:pic>
        <p:nvPicPr>
          <p:cNvPr id="6" name="Picture 5" descr="12-mobile-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App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Home — Check In / Out, tasks, briefings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Safety — briefings, RAMS, site rules, alerts, near miss, COSHH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Deliveries — submit delivery, proof photos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Assets — My Assets, inspections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Messages and Tasks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Menu: Profile, My Inductions, Settings, Sign 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Sign In needs a live connection and GPS — there is no web Offline queue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Subcontractors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Main contractor: Subcontractors → Invite Subcontractor → pick site → Generate invite code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Partner: www.construction-runner.com/join — Join as subcontractor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After approval they use Operative Onboarding for their own people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This is separate from the company invite code used by your own staff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If something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Cannot sign in after registering — still pending approval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Supervisor / Site Admin sees nothing — Assign sites and tick at least one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Cannot Sign In on the app — Always location, inside geofence, induction, RAMS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Did not auto sign out — Location is not set to Always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Reset link expired — request a new one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Wrong documents — check which site was selected on upload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User Guide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Email: info@construction-runner.com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Website: www.construction-runner.com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Contact / demo: www.construction-runner.com/contact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Privacy: www.construction-runner.com/legal/privacy-and-security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This deck matches product labels as of September 2026 (guide v1.1, app 1.0.2)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Public website figures are live screenshots; admin figures match current table chrome and status chips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